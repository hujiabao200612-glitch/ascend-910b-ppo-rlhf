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1828" r:id="rId3"/>
    <p:sldId id="2239" r:id="rId4"/>
    <p:sldId id="2246" r:id="rId5"/>
    <p:sldId id="2247" r:id="rId6"/>
    <p:sldId id="2245" r:id="rId7"/>
    <p:sldId id="2244" r:id="rId8"/>
    <p:sldId id="2248" r:id="rId9"/>
    <p:sldId id="2250" r:id="rId10"/>
    <p:sldId id="2251" r:id="rId11"/>
    <p:sldId id="2252" r:id="rId12"/>
    <p:sldId id="182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6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E703B-0CD2-4668-AA9A-191EC54B859A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0DAAC-1B76-4591-BE3F-3F005F25F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9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88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91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74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27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ABF151-FDDE-4498-994E-B5F9476EF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id="{8CC37306-857E-4BB2-87D4-C5C227822D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800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38ABF151-FDDE-4498-994E-B5F9476EF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id="{8CC37306-857E-4BB2-87D4-C5C227822D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812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3401306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44275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2598B5BD-9CE3-4414-BCF1-860652297EE0}"/>
              </a:ext>
            </a:extLst>
          </p:cNvPr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1EDBCA9-8B80-4A76-9586-83EE76079DF6}"/>
              </a:ext>
            </a:extLst>
          </p:cNvPr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3BDC8EB-D763-47E3-A6AE-FBF19E39A979}"/>
              </a:ext>
            </a:extLst>
          </p:cNvPr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EDC3667-87B7-4232-9F74-2F0E9CE7574F}"/>
              </a:ext>
            </a:extLst>
          </p:cNvPr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8AF966-7C79-45DC-9C70-AB081DBECE7D}"/>
              </a:ext>
            </a:extLst>
          </p:cNvPr>
          <p:cNvCxnSpPr>
            <a:cxnSpLocks/>
          </p:cNvCxnSpPr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6917050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17BF7535-8F01-44D8-BF44-00C5CD915389}"/>
              </a:ext>
            </a:extLst>
          </p:cNvPr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" fmla="*/ 0 w 3162300"/>
              <a:gd name="connsiteY0" fmla="*/ 2147409 h 2238849"/>
              <a:gd name="connsiteX1" fmla="*/ 0 w 3162300"/>
              <a:gd name="connsiteY1" fmla="*/ 1565265 h 2238849"/>
              <a:gd name="connsiteX2" fmla="*/ 0 w 3162300"/>
              <a:gd name="connsiteY2" fmla="*/ 1544697 h 2238849"/>
              <a:gd name="connsiteX3" fmla="*/ 0 w 3162300"/>
              <a:gd name="connsiteY3" fmla="*/ 0 h 2238849"/>
              <a:gd name="connsiteX4" fmla="*/ 1585774 w 3162300"/>
              <a:gd name="connsiteY4" fmla="*/ 1112898 h 2238849"/>
              <a:gd name="connsiteX5" fmla="*/ 3162300 w 3162300"/>
              <a:gd name="connsiteY5" fmla="*/ 0 h 2238849"/>
              <a:gd name="connsiteX6" fmla="*/ 3162300 w 3162300"/>
              <a:gd name="connsiteY6" fmla="*/ 1544697 h 2238849"/>
              <a:gd name="connsiteX7" fmla="*/ 3162300 w 3162300"/>
              <a:gd name="connsiteY7" fmla="*/ 1565265 h 2238849"/>
              <a:gd name="connsiteX8" fmla="*/ 3162300 w 3162300"/>
              <a:gd name="connsiteY8" fmla="*/ 2147409 h 2238849"/>
              <a:gd name="connsiteX9" fmla="*/ 91440 w 3162300"/>
              <a:gd name="connsiteY9" fmla="*/ 2238849 h 2238849"/>
              <a:gd name="connsiteX0" fmla="*/ 0 w 3162300"/>
              <a:gd name="connsiteY0" fmla="*/ 2147409 h 2147409"/>
              <a:gd name="connsiteX1" fmla="*/ 0 w 3162300"/>
              <a:gd name="connsiteY1" fmla="*/ 1565265 h 2147409"/>
              <a:gd name="connsiteX2" fmla="*/ 0 w 3162300"/>
              <a:gd name="connsiteY2" fmla="*/ 1544697 h 2147409"/>
              <a:gd name="connsiteX3" fmla="*/ 0 w 3162300"/>
              <a:gd name="connsiteY3" fmla="*/ 0 h 2147409"/>
              <a:gd name="connsiteX4" fmla="*/ 1585774 w 3162300"/>
              <a:gd name="connsiteY4" fmla="*/ 1112898 h 2147409"/>
              <a:gd name="connsiteX5" fmla="*/ 3162300 w 3162300"/>
              <a:gd name="connsiteY5" fmla="*/ 0 h 2147409"/>
              <a:gd name="connsiteX6" fmla="*/ 3162300 w 3162300"/>
              <a:gd name="connsiteY6" fmla="*/ 1544697 h 2147409"/>
              <a:gd name="connsiteX7" fmla="*/ 3162300 w 3162300"/>
              <a:gd name="connsiteY7" fmla="*/ 1565265 h 2147409"/>
              <a:gd name="connsiteX8" fmla="*/ 3162300 w 3162300"/>
              <a:gd name="connsiteY8" fmla="*/ 2147409 h 21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5B2E1B6-E350-4024-A69C-C064D4BB9540}"/>
              </a:ext>
            </a:extLst>
          </p:cNvPr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" fmla="*/ 0 w 3162300"/>
              <a:gd name="connsiteY0" fmla="*/ 1871961 h 1963401"/>
              <a:gd name="connsiteX1" fmla="*/ 0 w 3162300"/>
              <a:gd name="connsiteY1" fmla="*/ 0 h 1963401"/>
              <a:gd name="connsiteX2" fmla="*/ 3162300 w 3162300"/>
              <a:gd name="connsiteY2" fmla="*/ 0 h 1963401"/>
              <a:gd name="connsiteX3" fmla="*/ 3162300 w 3162300"/>
              <a:gd name="connsiteY3" fmla="*/ 1871961 h 1963401"/>
              <a:gd name="connsiteX4" fmla="*/ 91440 w 3162300"/>
              <a:gd name="connsiteY4" fmla="*/ 1963401 h 1963401"/>
              <a:gd name="connsiteX0" fmla="*/ 0 w 3162300"/>
              <a:gd name="connsiteY0" fmla="*/ 1871961 h 1871961"/>
              <a:gd name="connsiteX1" fmla="*/ 0 w 3162300"/>
              <a:gd name="connsiteY1" fmla="*/ 0 h 1871961"/>
              <a:gd name="connsiteX2" fmla="*/ 3162300 w 3162300"/>
              <a:gd name="connsiteY2" fmla="*/ 0 h 1871961"/>
              <a:gd name="connsiteX3" fmla="*/ 3162300 w 3162300"/>
              <a:gd name="connsiteY3" fmla="*/ 1871961 h 187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F3B0B805-869F-4D89-BEB0-0E0DA525C8EE}"/>
              </a:ext>
            </a:extLst>
          </p:cNvPr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2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8" r="23340"/>
          <a:stretch/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9955890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73" r="198"/>
          <a:stretch/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586897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90113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80315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25498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81FFCCD-913C-4418-B3A0-9DE71494BB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3C714-2045-4E13-8CB2-88E2204DF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317F47-628C-44F6-87C6-7CCB3BA56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3" y="0"/>
            <a:ext cx="2143294" cy="5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10071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5245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37F3A85-2261-46EC-A02C-83B9F45476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77D16F-33CA-4E01-9DC4-2CB84AE10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9594" y="0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275060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>
            <a:extLst>
              <a:ext uri="{FF2B5EF4-FFF2-40B4-BE49-F238E27FC236}">
                <a16:creationId xmlns:a16="http://schemas.microsoft.com/office/drawing/2014/main" id="{094E4669-55C5-874C-A68C-6E431CC09A50}"/>
              </a:ext>
            </a:extLst>
          </p:cNvPr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2274E9-6CD8-164F-A448-48D8BF6118A2}"/>
              </a:ext>
            </a:extLst>
          </p:cNvPr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3043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>
            <a:extLst>
              <a:ext uri="{FF2B5EF4-FFF2-40B4-BE49-F238E27FC236}">
                <a16:creationId xmlns:a16="http://schemas.microsoft.com/office/drawing/2014/main" id="{EB508EBB-D4A6-41A3-BA79-D5276F572933}"/>
              </a:ext>
            </a:extLst>
          </p:cNvPr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>
            <a:extLst>
              <a:ext uri="{FF2B5EF4-FFF2-40B4-BE49-F238E27FC236}">
                <a16:creationId xmlns:a16="http://schemas.microsoft.com/office/drawing/2014/main" id="{DE2D1209-7AA5-4F95-A441-DACDCD612E99}"/>
              </a:ext>
            </a:extLst>
          </p:cNvPr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>
            <a:extLst>
              <a:ext uri="{FF2B5EF4-FFF2-40B4-BE49-F238E27FC236}">
                <a16:creationId xmlns:a16="http://schemas.microsoft.com/office/drawing/2014/main" id="{4BD5183D-F6D1-4DEC-8FB6-46F3C5C8E2AB}"/>
              </a:ext>
            </a:extLst>
          </p:cNvPr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" fmla="*/ 0 w 12208213"/>
              <a:gd name="connsiteY0" fmla="*/ 0 h 1605064"/>
              <a:gd name="connsiteX1" fmla="*/ 6099243 w 12208213"/>
              <a:gd name="connsiteY1" fmla="*/ 1498060 h 1605064"/>
              <a:gd name="connsiteX2" fmla="*/ 12198485 w 12208213"/>
              <a:gd name="connsiteY2" fmla="*/ 19456 h 1605064"/>
              <a:gd name="connsiteX3" fmla="*/ 12208213 w 12208213"/>
              <a:gd name="connsiteY3" fmla="*/ 282103 h 1605064"/>
              <a:gd name="connsiteX4" fmla="*/ 6108970 w 12208213"/>
              <a:gd name="connsiteY4" fmla="*/ 1605064 h 1605064"/>
              <a:gd name="connsiteX5" fmla="*/ 0 w 12208213"/>
              <a:gd name="connsiteY5" fmla="*/ 544749 h 1605064"/>
              <a:gd name="connsiteX6" fmla="*/ 0 w 12208213"/>
              <a:gd name="connsiteY6" fmla="*/ 0 h 1605064"/>
              <a:gd name="connsiteX0" fmla="*/ 0 w 12198485"/>
              <a:gd name="connsiteY0" fmla="*/ 0 h 1605064"/>
              <a:gd name="connsiteX1" fmla="*/ 6099243 w 12198485"/>
              <a:gd name="connsiteY1" fmla="*/ 1498060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0 w 12198485"/>
              <a:gd name="connsiteY0" fmla="*/ 0 h 1605064"/>
              <a:gd name="connsiteX1" fmla="*/ 6108970 w 12198485"/>
              <a:gd name="connsiteY1" fmla="*/ 1507788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632298 w 12830783"/>
              <a:gd name="connsiteY0" fmla="*/ 0 h 1605064"/>
              <a:gd name="connsiteX1" fmla="*/ 6741268 w 12830783"/>
              <a:gd name="connsiteY1" fmla="*/ 1507788 h 1605064"/>
              <a:gd name="connsiteX2" fmla="*/ 12830783 w 12830783"/>
              <a:gd name="connsiteY2" fmla="*/ 19456 h 1605064"/>
              <a:gd name="connsiteX3" fmla="*/ 12830783 w 12830783"/>
              <a:gd name="connsiteY3" fmla="*/ 603115 h 1605064"/>
              <a:gd name="connsiteX4" fmla="*/ 6741268 w 12830783"/>
              <a:gd name="connsiteY4" fmla="*/ 1605064 h 1605064"/>
              <a:gd name="connsiteX5" fmla="*/ 0 w 12830783"/>
              <a:gd name="connsiteY5" fmla="*/ 29183 h 1605064"/>
              <a:gd name="connsiteX6" fmla="*/ 632298 w 12830783"/>
              <a:gd name="connsiteY6" fmla="*/ 0 h 1605064"/>
              <a:gd name="connsiteX0" fmla="*/ 836579 w 12830783"/>
              <a:gd name="connsiteY0" fmla="*/ 0 h 1634247"/>
              <a:gd name="connsiteX1" fmla="*/ 6741268 w 12830783"/>
              <a:gd name="connsiteY1" fmla="*/ 1536971 h 1634247"/>
              <a:gd name="connsiteX2" fmla="*/ 12830783 w 12830783"/>
              <a:gd name="connsiteY2" fmla="*/ 48639 h 1634247"/>
              <a:gd name="connsiteX3" fmla="*/ 12830783 w 12830783"/>
              <a:gd name="connsiteY3" fmla="*/ 632298 h 1634247"/>
              <a:gd name="connsiteX4" fmla="*/ 6741268 w 12830783"/>
              <a:gd name="connsiteY4" fmla="*/ 1634247 h 1634247"/>
              <a:gd name="connsiteX5" fmla="*/ 0 w 12830783"/>
              <a:gd name="connsiteY5" fmla="*/ 58366 h 1634247"/>
              <a:gd name="connsiteX6" fmla="*/ 836579 w 12830783"/>
              <a:gd name="connsiteY6" fmla="*/ 0 h 1634247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830783 w 12830783"/>
              <a:gd name="connsiteY2" fmla="*/ 48639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470860 w 12830783"/>
              <a:gd name="connsiteY2" fmla="*/ 19456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3239345"/>
              <a:gd name="connsiteY0" fmla="*/ 0 h 1702340"/>
              <a:gd name="connsiteX1" fmla="*/ 6741268 w 13239345"/>
              <a:gd name="connsiteY1" fmla="*/ 1536971 h 1702340"/>
              <a:gd name="connsiteX2" fmla="*/ 12470860 w 13239345"/>
              <a:gd name="connsiteY2" fmla="*/ 19456 h 1702340"/>
              <a:gd name="connsiteX3" fmla="*/ 13239345 w 13239345"/>
              <a:gd name="connsiteY3" fmla="*/ 107004 h 1702340"/>
              <a:gd name="connsiteX4" fmla="*/ 6750996 w 13239345"/>
              <a:gd name="connsiteY4" fmla="*/ 1702340 h 1702340"/>
              <a:gd name="connsiteX5" fmla="*/ 0 w 13239345"/>
              <a:gd name="connsiteY5" fmla="*/ 58366 h 1702340"/>
              <a:gd name="connsiteX6" fmla="*/ 836579 w 13239345"/>
              <a:gd name="connsiteY6" fmla="*/ 0 h 1702340"/>
              <a:gd name="connsiteX0" fmla="*/ 836579 w 13239345"/>
              <a:gd name="connsiteY0" fmla="*/ 107003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836579 w 13239345"/>
              <a:gd name="connsiteY6" fmla="*/ 107003 h 1809343"/>
              <a:gd name="connsiteX0" fmla="*/ 1342417 w 13239345"/>
              <a:gd name="connsiteY0" fmla="*/ 29182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342417 w 13239345"/>
              <a:gd name="connsiteY6" fmla="*/ 29182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2651516"/>
              <a:gd name="connsiteY0" fmla="*/ 607 h 1809343"/>
              <a:gd name="connsiteX1" fmla="*/ 6741268 w 12651516"/>
              <a:gd name="connsiteY1" fmla="*/ 1643974 h 1809343"/>
              <a:gd name="connsiteX2" fmla="*/ 12169303 w 12651516"/>
              <a:gd name="connsiteY2" fmla="*/ 0 h 1809343"/>
              <a:gd name="connsiteX3" fmla="*/ 12651516 w 12651516"/>
              <a:gd name="connsiteY3" fmla="*/ 83379 h 1809343"/>
              <a:gd name="connsiteX4" fmla="*/ 6750996 w 12651516"/>
              <a:gd name="connsiteY4" fmla="*/ 1809343 h 1809343"/>
              <a:gd name="connsiteX5" fmla="*/ 0 w 12651516"/>
              <a:gd name="connsiteY5" fmla="*/ 165369 h 1809343"/>
              <a:gd name="connsiteX6" fmla="*/ 1294792 w 12651516"/>
              <a:gd name="connsiteY6" fmla="*/ 607 h 1809343"/>
              <a:gd name="connsiteX0" fmla="*/ 1294792 w 12564431"/>
              <a:gd name="connsiteY0" fmla="*/ 607 h 1809343"/>
              <a:gd name="connsiteX1" fmla="*/ 6741268 w 12564431"/>
              <a:gd name="connsiteY1" fmla="*/ 1643974 h 1809343"/>
              <a:gd name="connsiteX2" fmla="*/ 12169303 w 12564431"/>
              <a:gd name="connsiteY2" fmla="*/ 0 h 1809343"/>
              <a:gd name="connsiteX3" fmla="*/ 12564431 w 12564431"/>
              <a:gd name="connsiteY3" fmla="*/ 83379 h 1809343"/>
              <a:gd name="connsiteX4" fmla="*/ 6750996 w 12564431"/>
              <a:gd name="connsiteY4" fmla="*/ 1809343 h 1809343"/>
              <a:gd name="connsiteX5" fmla="*/ 0 w 12564431"/>
              <a:gd name="connsiteY5" fmla="*/ 165369 h 1809343"/>
              <a:gd name="connsiteX6" fmla="*/ 1294792 w 12564431"/>
              <a:gd name="connsiteY6" fmla="*/ 607 h 1809343"/>
              <a:gd name="connsiteX0" fmla="*/ 423935 w 11693574"/>
              <a:gd name="connsiteY0" fmla="*/ 607 h 1809343"/>
              <a:gd name="connsiteX1" fmla="*/ 5870411 w 11693574"/>
              <a:gd name="connsiteY1" fmla="*/ 1643974 h 1809343"/>
              <a:gd name="connsiteX2" fmla="*/ 11298446 w 11693574"/>
              <a:gd name="connsiteY2" fmla="*/ 0 h 1809343"/>
              <a:gd name="connsiteX3" fmla="*/ 11693574 w 11693574"/>
              <a:gd name="connsiteY3" fmla="*/ 83379 h 1809343"/>
              <a:gd name="connsiteX4" fmla="*/ 5880139 w 11693574"/>
              <a:gd name="connsiteY4" fmla="*/ 1809343 h 1809343"/>
              <a:gd name="connsiteX5" fmla="*/ 0 w 11693574"/>
              <a:gd name="connsiteY5" fmla="*/ 45626 h 1809343"/>
              <a:gd name="connsiteX6" fmla="*/ 423935 w 11693574"/>
              <a:gd name="connsiteY6" fmla="*/ 607 h 1809343"/>
              <a:gd name="connsiteX0" fmla="*/ 423935 w 11693574"/>
              <a:gd name="connsiteY0" fmla="*/ 607 h 1733143"/>
              <a:gd name="connsiteX1" fmla="*/ 5870411 w 11693574"/>
              <a:gd name="connsiteY1" fmla="*/ 1643974 h 1733143"/>
              <a:gd name="connsiteX2" fmla="*/ 11298446 w 11693574"/>
              <a:gd name="connsiteY2" fmla="*/ 0 h 1733143"/>
              <a:gd name="connsiteX3" fmla="*/ 11693574 w 11693574"/>
              <a:gd name="connsiteY3" fmla="*/ 83379 h 1733143"/>
              <a:gd name="connsiteX4" fmla="*/ 5880139 w 11693574"/>
              <a:gd name="connsiteY4" fmla="*/ 1733143 h 1733143"/>
              <a:gd name="connsiteX5" fmla="*/ 0 w 11693574"/>
              <a:gd name="connsiteY5" fmla="*/ 45626 h 1733143"/>
              <a:gd name="connsiteX6" fmla="*/ 423935 w 11693574"/>
              <a:gd name="connsiteY6" fmla="*/ 607 h 1733143"/>
              <a:gd name="connsiteX0" fmla="*/ 423935 w 11709902"/>
              <a:gd name="connsiteY0" fmla="*/ 607 h 1733143"/>
              <a:gd name="connsiteX1" fmla="*/ 5870411 w 11709902"/>
              <a:gd name="connsiteY1" fmla="*/ 1643974 h 1733143"/>
              <a:gd name="connsiteX2" fmla="*/ 11298446 w 11709902"/>
              <a:gd name="connsiteY2" fmla="*/ 0 h 1733143"/>
              <a:gd name="connsiteX3" fmla="*/ 11709902 w 11709902"/>
              <a:gd name="connsiteY3" fmla="*/ 83379 h 1733143"/>
              <a:gd name="connsiteX4" fmla="*/ 5880139 w 11709902"/>
              <a:gd name="connsiteY4" fmla="*/ 1733143 h 1733143"/>
              <a:gd name="connsiteX5" fmla="*/ 0 w 11709902"/>
              <a:gd name="connsiteY5" fmla="*/ 45626 h 1733143"/>
              <a:gd name="connsiteX6" fmla="*/ 423935 w 11709902"/>
              <a:gd name="connsiteY6" fmla="*/ 607 h 1733143"/>
              <a:gd name="connsiteX0" fmla="*/ 423935 w 11571109"/>
              <a:gd name="connsiteY0" fmla="*/ 607 h 1733143"/>
              <a:gd name="connsiteX1" fmla="*/ 5870411 w 11571109"/>
              <a:gd name="connsiteY1" fmla="*/ 1643974 h 1733143"/>
              <a:gd name="connsiteX2" fmla="*/ 11298446 w 11571109"/>
              <a:gd name="connsiteY2" fmla="*/ 0 h 1733143"/>
              <a:gd name="connsiteX3" fmla="*/ 11571109 w 11571109"/>
              <a:gd name="connsiteY3" fmla="*/ 116036 h 1733143"/>
              <a:gd name="connsiteX4" fmla="*/ 5880139 w 11571109"/>
              <a:gd name="connsiteY4" fmla="*/ 1733143 h 1733143"/>
              <a:gd name="connsiteX5" fmla="*/ 0 w 11571109"/>
              <a:gd name="connsiteY5" fmla="*/ 45626 h 1733143"/>
              <a:gd name="connsiteX6" fmla="*/ 423935 w 11571109"/>
              <a:gd name="connsiteY6" fmla="*/ 607 h 1733143"/>
              <a:gd name="connsiteX0" fmla="*/ 423935 w 11579274"/>
              <a:gd name="connsiteY0" fmla="*/ 607 h 1733143"/>
              <a:gd name="connsiteX1" fmla="*/ 5870411 w 11579274"/>
              <a:gd name="connsiteY1" fmla="*/ 1643974 h 1733143"/>
              <a:gd name="connsiteX2" fmla="*/ 11298446 w 11579274"/>
              <a:gd name="connsiteY2" fmla="*/ 0 h 1733143"/>
              <a:gd name="connsiteX3" fmla="*/ 11579274 w 11579274"/>
              <a:gd name="connsiteY3" fmla="*/ 116036 h 1733143"/>
              <a:gd name="connsiteX4" fmla="*/ 5880139 w 11579274"/>
              <a:gd name="connsiteY4" fmla="*/ 1733143 h 1733143"/>
              <a:gd name="connsiteX5" fmla="*/ 0 w 11579274"/>
              <a:gd name="connsiteY5" fmla="*/ 45626 h 1733143"/>
              <a:gd name="connsiteX6" fmla="*/ 423935 w 11579274"/>
              <a:gd name="connsiteY6" fmla="*/ 607 h 1733143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33132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24968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219828 w 11375167"/>
              <a:gd name="connsiteY0" fmla="*/ 0 h 1732536"/>
              <a:gd name="connsiteX1" fmla="*/ 5666304 w 11375167"/>
              <a:gd name="connsiteY1" fmla="*/ 1643367 h 1732536"/>
              <a:gd name="connsiteX2" fmla="*/ 11020861 w 11375167"/>
              <a:gd name="connsiteY2" fmla="*/ 48379 h 1732536"/>
              <a:gd name="connsiteX3" fmla="*/ 11375167 w 11375167"/>
              <a:gd name="connsiteY3" fmla="*/ 115429 h 1732536"/>
              <a:gd name="connsiteX4" fmla="*/ 5676032 w 11375167"/>
              <a:gd name="connsiteY4" fmla="*/ 1732536 h 1732536"/>
              <a:gd name="connsiteX5" fmla="*/ 0 w 11375167"/>
              <a:gd name="connsiteY5" fmla="*/ 77676 h 1732536"/>
              <a:gd name="connsiteX6" fmla="*/ 219828 w 11375167"/>
              <a:gd name="connsiteY6" fmla="*/ 0 h 1732536"/>
              <a:gd name="connsiteX0" fmla="*/ 293307 w 11375167"/>
              <a:gd name="connsiteY0" fmla="*/ 0 h 1708044"/>
              <a:gd name="connsiteX1" fmla="*/ 5666304 w 11375167"/>
              <a:gd name="connsiteY1" fmla="*/ 1618875 h 1708044"/>
              <a:gd name="connsiteX2" fmla="*/ 11020861 w 11375167"/>
              <a:gd name="connsiteY2" fmla="*/ 23887 h 1708044"/>
              <a:gd name="connsiteX3" fmla="*/ 11375167 w 11375167"/>
              <a:gd name="connsiteY3" fmla="*/ 90937 h 1708044"/>
              <a:gd name="connsiteX4" fmla="*/ 5676032 w 11375167"/>
              <a:gd name="connsiteY4" fmla="*/ 1708044 h 1708044"/>
              <a:gd name="connsiteX5" fmla="*/ 0 w 11375167"/>
              <a:gd name="connsiteY5" fmla="*/ 53184 h 1708044"/>
              <a:gd name="connsiteX6" fmla="*/ 293307 w 11375167"/>
              <a:gd name="connsiteY6" fmla="*/ 0 h 1708044"/>
              <a:gd name="connsiteX0" fmla="*/ 317800 w 11375167"/>
              <a:gd name="connsiteY0" fmla="*/ 606 h 1684157"/>
              <a:gd name="connsiteX1" fmla="*/ 5666304 w 11375167"/>
              <a:gd name="connsiteY1" fmla="*/ 1594988 h 1684157"/>
              <a:gd name="connsiteX2" fmla="*/ 11020861 w 11375167"/>
              <a:gd name="connsiteY2" fmla="*/ 0 h 1684157"/>
              <a:gd name="connsiteX3" fmla="*/ 11375167 w 11375167"/>
              <a:gd name="connsiteY3" fmla="*/ 67050 h 1684157"/>
              <a:gd name="connsiteX4" fmla="*/ 5676032 w 11375167"/>
              <a:gd name="connsiteY4" fmla="*/ 1684157 h 1684157"/>
              <a:gd name="connsiteX5" fmla="*/ 0 w 11375167"/>
              <a:gd name="connsiteY5" fmla="*/ 29297 h 1684157"/>
              <a:gd name="connsiteX6" fmla="*/ 317800 w 11375167"/>
              <a:gd name="connsiteY6" fmla="*/ 606 h 1684157"/>
              <a:gd name="connsiteX0" fmla="*/ 285142 w 11342509"/>
              <a:gd name="connsiteY0" fmla="*/ 606 h 1684157"/>
              <a:gd name="connsiteX1" fmla="*/ 5633646 w 11342509"/>
              <a:gd name="connsiteY1" fmla="*/ 1594988 h 1684157"/>
              <a:gd name="connsiteX2" fmla="*/ 10988203 w 11342509"/>
              <a:gd name="connsiteY2" fmla="*/ 0 h 1684157"/>
              <a:gd name="connsiteX3" fmla="*/ 11342509 w 11342509"/>
              <a:gd name="connsiteY3" fmla="*/ 67050 h 1684157"/>
              <a:gd name="connsiteX4" fmla="*/ 5643374 w 11342509"/>
              <a:gd name="connsiteY4" fmla="*/ 1684157 h 1684157"/>
              <a:gd name="connsiteX5" fmla="*/ 0 w 11342509"/>
              <a:gd name="connsiteY5" fmla="*/ 29297 h 1684157"/>
              <a:gd name="connsiteX6" fmla="*/ 285142 w 11342509"/>
              <a:gd name="connsiteY6" fmla="*/ 606 h 1684157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0988203 w 11342509"/>
              <a:gd name="connsiteY2" fmla="*/ 755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47837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4380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441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>
            <a:extLst>
              <a:ext uri="{FF2B5EF4-FFF2-40B4-BE49-F238E27FC236}">
                <a16:creationId xmlns:a16="http://schemas.microsoft.com/office/drawing/2014/main" id="{EB508EBB-D4A6-41A3-BA79-D5276F572933}"/>
              </a:ext>
            </a:extLst>
          </p:cNvPr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>
            <a:extLst>
              <a:ext uri="{FF2B5EF4-FFF2-40B4-BE49-F238E27FC236}">
                <a16:creationId xmlns:a16="http://schemas.microsoft.com/office/drawing/2014/main" id="{DE2D1209-7AA5-4F95-A441-DACDCD612E99}"/>
              </a:ext>
            </a:extLst>
          </p:cNvPr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>
            <a:extLst>
              <a:ext uri="{FF2B5EF4-FFF2-40B4-BE49-F238E27FC236}">
                <a16:creationId xmlns:a16="http://schemas.microsoft.com/office/drawing/2014/main" id="{4BD5183D-F6D1-4DEC-8FB6-46F3C5C8E2AB}"/>
              </a:ext>
            </a:extLst>
          </p:cNvPr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" fmla="*/ 0 w 12208213"/>
              <a:gd name="connsiteY0" fmla="*/ 0 h 1605064"/>
              <a:gd name="connsiteX1" fmla="*/ 6099243 w 12208213"/>
              <a:gd name="connsiteY1" fmla="*/ 1498060 h 1605064"/>
              <a:gd name="connsiteX2" fmla="*/ 12198485 w 12208213"/>
              <a:gd name="connsiteY2" fmla="*/ 19456 h 1605064"/>
              <a:gd name="connsiteX3" fmla="*/ 12208213 w 12208213"/>
              <a:gd name="connsiteY3" fmla="*/ 282103 h 1605064"/>
              <a:gd name="connsiteX4" fmla="*/ 6108970 w 12208213"/>
              <a:gd name="connsiteY4" fmla="*/ 1605064 h 1605064"/>
              <a:gd name="connsiteX5" fmla="*/ 0 w 12208213"/>
              <a:gd name="connsiteY5" fmla="*/ 544749 h 1605064"/>
              <a:gd name="connsiteX6" fmla="*/ 0 w 12208213"/>
              <a:gd name="connsiteY6" fmla="*/ 0 h 1605064"/>
              <a:gd name="connsiteX0" fmla="*/ 0 w 12198485"/>
              <a:gd name="connsiteY0" fmla="*/ 0 h 1605064"/>
              <a:gd name="connsiteX1" fmla="*/ 6099243 w 12198485"/>
              <a:gd name="connsiteY1" fmla="*/ 1498060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0 w 12198485"/>
              <a:gd name="connsiteY0" fmla="*/ 0 h 1605064"/>
              <a:gd name="connsiteX1" fmla="*/ 6108970 w 12198485"/>
              <a:gd name="connsiteY1" fmla="*/ 1507788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632298 w 12830783"/>
              <a:gd name="connsiteY0" fmla="*/ 0 h 1605064"/>
              <a:gd name="connsiteX1" fmla="*/ 6741268 w 12830783"/>
              <a:gd name="connsiteY1" fmla="*/ 1507788 h 1605064"/>
              <a:gd name="connsiteX2" fmla="*/ 12830783 w 12830783"/>
              <a:gd name="connsiteY2" fmla="*/ 19456 h 1605064"/>
              <a:gd name="connsiteX3" fmla="*/ 12830783 w 12830783"/>
              <a:gd name="connsiteY3" fmla="*/ 603115 h 1605064"/>
              <a:gd name="connsiteX4" fmla="*/ 6741268 w 12830783"/>
              <a:gd name="connsiteY4" fmla="*/ 1605064 h 1605064"/>
              <a:gd name="connsiteX5" fmla="*/ 0 w 12830783"/>
              <a:gd name="connsiteY5" fmla="*/ 29183 h 1605064"/>
              <a:gd name="connsiteX6" fmla="*/ 632298 w 12830783"/>
              <a:gd name="connsiteY6" fmla="*/ 0 h 1605064"/>
              <a:gd name="connsiteX0" fmla="*/ 836579 w 12830783"/>
              <a:gd name="connsiteY0" fmla="*/ 0 h 1634247"/>
              <a:gd name="connsiteX1" fmla="*/ 6741268 w 12830783"/>
              <a:gd name="connsiteY1" fmla="*/ 1536971 h 1634247"/>
              <a:gd name="connsiteX2" fmla="*/ 12830783 w 12830783"/>
              <a:gd name="connsiteY2" fmla="*/ 48639 h 1634247"/>
              <a:gd name="connsiteX3" fmla="*/ 12830783 w 12830783"/>
              <a:gd name="connsiteY3" fmla="*/ 632298 h 1634247"/>
              <a:gd name="connsiteX4" fmla="*/ 6741268 w 12830783"/>
              <a:gd name="connsiteY4" fmla="*/ 1634247 h 1634247"/>
              <a:gd name="connsiteX5" fmla="*/ 0 w 12830783"/>
              <a:gd name="connsiteY5" fmla="*/ 58366 h 1634247"/>
              <a:gd name="connsiteX6" fmla="*/ 836579 w 12830783"/>
              <a:gd name="connsiteY6" fmla="*/ 0 h 1634247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830783 w 12830783"/>
              <a:gd name="connsiteY2" fmla="*/ 48639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470860 w 12830783"/>
              <a:gd name="connsiteY2" fmla="*/ 19456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3239345"/>
              <a:gd name="connsiteY0" fmla="*/ 0 h 1702340"/>
              <a:gd name="connsiteX1" fmla="*/ 6741268 w 13239345"/>
              <a:gd name="connsiteY1" fmla="*/ 1536971 h 1702340"/>
              <a:gd name="connsiteX2" fmla="*/ 12470860 w 13239345"/>
              <a:gd name="connsiteY2" fmla="*/ 19456 h 1702340"/>
              <a:gd name="connsiteX3" fmla="*/ 13239345 w 13239345"/>
              <a:gd name="connsiteY3" fmla="*/ 107004 h 1702340"/>
              <a:gd name="connsiteX4" fmla="*/ 6750996 w 13239345"/>
              <a:gd name="connsiteY4" fmla="*/ 1702340 h 1702340"/>
              <a:gd name="connsiteX5" fmla="*/ 0 w 13239345"/>
              <a:gd name="connsiteY5" fmla="*/ 58366 h 1702340"/>
              <a:gd name="connsiteX6" fmla="*/ 836579 w 13239345"/>
              <a:gd name="connsiteY6" fmla="*/ 0 h 1702340"/>
              <a:gd name="connsiteX0" fmla="*/ 836579 w 13239345"/>
              <a:gd name="connsiteY0" fmla="*/ 107003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836579 w 13239345"/>
              <a:gd name="connsiteY6" fmla="*/ 107003 h 1809343"/>
              <a:gd name="connsiteX0" fmla="*/ 1342417 w 13239345"/>
              <a:gd name="connsiteY0" fmla="*/ 29182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342417 w 13239345"/>
              <a:gd name="connsiteY6" fmla="*/ 29182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2651516"/>
              <a:gd name="connsiteY0" fmla="*/ 607 h 1809343"/>
              <a:gd name="connsiteX1" fmla="*/ 6741268 w 12651516"/>
              <a:gd name="connsiteY1" fmla="*/ 1643974 h 1809343"/>
              <a:gd name="connsiteX2" fmla="*/ 12169303 w 12651516"/>
              <a:gd name="connsiteY2" fmla="*/ 0 h 1809343"/>
              <a:gd name="connsiteX3" fmla="*/ 12651516 w 12651516"/>
              <a:gd name="connsiteY3" fmla="*/ 83379 h 1809343"/>
              <a:gd name="connsiteX4" fmla="*/ 6750996 w 12651516"/>
              <a:gd name="connsiteY4" fmla="*/ 1809343 h 1809343"/>
              <a:gd name="connsiteX5" fmla="*/ 0 w 12651516"/>
              <a:gd name="connsiteY5" fmla="*/ 165369 h 1809343"/>
              <a:gd name="connsiteX6" fmla="*/ 1294792 w 12651516"/>
              <a:gd name="connsiteY6" fmla="*/ 607 h 1809343"/>
              <a:gd name="connsiteX0" fmla="*/ 1294792 w 12564431"/>
              <a:gd name="connsiteY0" fmla="*/ 607 h 1809343"/>
              <a:gd name="connsiteX1" fmla="*/ 6741268 w 12564431"/>
              <a:gd name="connsiteY1" fmla="*/ 1643974 h 1809343"/>
              <a:gd name="connsiteX2" fmla="*/ 12169303 w 12564431"/>
              <a:gd name="connsiteY2" fmla="*/ 0 h 1809343"/>
              <a:gd name="connsiteX3" fmla="*/ 12564431 w 12564431"/>
              <a:gd name="connsiteY3" fmla="*/ 83379 h 1809343"/>
              <a:gd name="connsiteX4" fmla="*/ 6750996 w 12564431"/>
              <a:gd name="connsiteY4" fmla="*/ 1809343 h 1809343"/>
              <a:gd name="connsiteX5" fmla="*/ 0 w 12564431"/>
              <a:gd name="connsiteY5" fmla="*/ 165369 h 1809343"/>
              <a:gd name="connsiteX6" fmla="*/ 1294792 w 12564431"/>
              <a:gd name="connsiteY6" fmla="*/ 607 h 1809343"/>
              <a:gd name="connsiteX0" fmla="*/ 423935 w 11693574"/>
              <a:gd name="connsiteY0" fmla="*/ 607 h 1809343"/>
              <a:gd name="connsiteX1" fmla="*/ 5870411 w 11693574"/>
              <a:gd name="connsiteY1" fmla="*/ 1643974 h 1809343"/>
              <a:gd name="connsiteX2" fmla="*/ 11298446 w 11693574"/>
              <a:gd name="connsiteY2" fmla="*/ 0 h 1809343"/>
              <a:gd name="connsiteX3" fmla="*/ 11693574 w 11693574"/>
              <a:gd name="connsiteY3" fmla="*/ 83379 h 1809343"/>
              <a:gd name="connsiteX4" fmla="*/ 5880139 w 11693574"/>
              <a:gd name="connsiteY4" fmla="*/ 1809343 h 1809343"/>
              <a:gd name="connsiteX5" fmla="*/ 0 w 11693574"/>
              <a:gd name="connsiteY5" fmla="*/ 45626 h 1809343"/>
              <a:gd name="connsiteX6" fmla="*/ 423935 w 11693574"/>
              <a:gd name="connsiteY6" fmla="*/ 607 h 1809343"/>
              <a:gd name="connsiteX0" fmla="*/ 423935 w 11693574"/>
              <a:gd name="connsiteY0" fmla="*/ 607 h 1733143"/>
              <a:gd name="connsiteX1" fmla="*/ 5870411 w 11693574"/>
              <a:gd name="connsiteY1" fmla="*/ 1643974 h 1733143"/>
              <a:gd name="connsiteX2" fmla="*/ 11298446 w 11693574"/>
              <a:gd name="connsiteY2" fmla="*/ 0 h 1733143"/>
              <a:gd name="connsiteX3" fmla="*/ 11693574 w 11693574"/>
              <a:gd name="connsiteY3" fmla="*/ 83379 h 1733143"/>
              <a:gd name="connsiteX4" fmla="*/ 5880139 w 11693574"/>
              <a:gd name="connsiteY4" fmla="*/ 1733143 h 1733143"/>
              <a:gd name="connsiteX5" fmla="*/ 0 w 11693574"/>
              <a:gd name="connsiteY5" fmla="*/ 45626 h 1733143"/>
              <a:gd name="connsiteX6" fmla="*/ 423935 w 11693574"/>
              <a:gd name="connsiteY6" fmla="*/ 607 h 1733143"/>
              <a:gd name="connsiteX0" fmla="*/ 423935 w 11709902"/>
              <a:gd name="connsiteY0" fmla="*/ 607 h 1733143"/>
              <a:gd name="connsiteX1" fmla="*/ 5870411 w 11709902"/>
              <a:gd name="connsiteY1" fmla="*/ 1643974 h 1733143"/>
              <a:gd name="connsiteX2" fmla="*/ 11298446 w 11709902"/>
              <a:gd name="connsiteY2" fmla="*/ 0 h 1733143"/>
              <a:gd name="connsiteX3" fmla="*/ 11709902 w 11709902"/>
              <a:gd name="connsiteY3" fmla="*/ 83379 h 1733143"/>
              <a:gd name="connsiteX4" fmla="*/ 5880139 w 11709902"/>
              <a:gd name="connsiteY4" fmla="*/ 1733143 h 1733143"/>
              <a:gd name="connsiteX5" fmla="*/ 0 w 11709902"/>
              <a:gd name="connsiteY5" fmla="*/ 45626 h 1733143"/>
              <a:gd name="connsiteX6" fmla="*/ 423935 w 11709902"/>
              <a:gd name="connsiteY6" fmla="*/ 607 h 1733143"/>
              <a:gd name="connsiteX0" fmla="*/ 423935 w 11571109"/>
              <a:gd name="connsiteY0" fmla="*/ 607 h 1733143"/>
              <a:gd name="connsiteX1" fmla="*/ 5870411 w 11571109"/>
              <a:gd name="connsiteY1" fmla="*/ 1643974 h 1733143"/>
              <a:gd name="connsiteX2" fmla="*/ 11298446 w 11571109"/>
              <a:gd name="connsiteY2" fmla="*/ 0 h 1733143"/>
              <a:gd name="connsiteX3" fmla="*/ 11571109 w 11571109"/>
              <a:gd name="connsiteY3" fmla="*/ 116036 h 1733143"/>
              <a:gd name="connsiteX4" fmla="*/ 5880139 w 11571109"/>
              <a:gd name="connsiteY4" fmla="*/ 1733143 h 1733143"/>
              <a:gd name="connsiteX5" fmla="*/ 0 w 11571109"/>
              <a:gd name="connsiteY5" fmla="*/ 45626 h 1733143"/>
              <a:gd name="connsiteX6" fmla="*/ 423935 w 11571109"/>
              <a:gd name="connsiteY6" fmla="*/ 607 h 1733143"/>
              <a:gd name="connsiteX0" fmla="*/ 423935 w 11579274"/>
              <a:gd name="connsiteY0" fmla="*/ 607 h 1733143"/>
              <a:gd name="connsiteX1" fmla="*/ 5870411 w 11579274"/>
              <a:gd name="connsiteY1" fmla="*/ 1643974 h 1733143"/>
              <a:gd name="connsiteX2" fmla="*/ 11298446 w 11579274"/>
              <a:gd name="connsiteY2" fmla="*/ 0 h 1733143"/>
              <a:gd name="connsiteX3" fmla="*/ 11579274 w 11579274"/>
              <a:gd name="connsiteY3" fmla="*/ 116036 h 1733143"/>
              <a:gd name="connsiteX4" fmla="*/ 5880139 w 11579274"/>
              <a:gd name="connsiteY4" fmla="*/ 1733143 h 1733143"/>
              <a:gd name="connsiteX5" fmla="*/ 0 w 11579274"/>
              <a:gd name="connsiteY5" fmla="*/ 45626 h 1733143"/>
              <a:gd name="connsiteX6" fmla="*/ 423935 w 11579274"/>
              <a:gd name="connsiteY6" fmla="*/ 607 h 1733143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33132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24968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219828 w 11375167"/>
              <a:gd name="connsiteY0" fmla="*/ 0 h 1732536"/>
              <a:gd name="connsiteX1" fmla="*/ 5666304 w 11375167"/>
              <a:gd name="connsiteY1" fmla="*/ 1643367 h 1732536"/>
              <a:gd name="connsiteX2" fmla="*/ 11020861 w 11375167"/>
              <a:gd name="connsiteY2" fmla="*/ 48379 h 1732536"/>
              <a:gd name="connsiteX3" fmla="*/ 11375167 w 11375167"/>
              <a:gd name="connsiteY3" fmla="*/ 115429 h 1732536"/>
              <a:gd name="connsiteX4" fmla="*/ 5676032 w 11375167"/>
              <a:gd name="connsiteY4" fmla="*/ 1732536 h 1732536"/>
              <a:gd name="connsiteX5" fmla="*/ 0 w 11375167"/>
              <a:gd name="connsiteY5" fmla="*/ 77676 h 1732536"/>
              <a:gd name="connsiteX6" fmla="*/ 219828 w 11375167"/>
              <a:gd name="connsiteY6" fmla="*/ 0 h 1732536"/>
              <a:gd name="connsiteX0" fmla="*/ 293307 w 11375167"/>
              <a:gd name="connsiteY0" fmla="*/ 0 h 1708044"/>
              <a:gd name="connsiteX1" fmla="*/ 5666304 w 11375167"/>
              <a:gd name="connsiteY1" fmla="*/ 1618875 h 1708044"/>
              <a:gd name="connsiteX2" fmla="*/ 11020861 w 11375167"/>
              <a:gd name="connsiteY2" fmla="*/ 23887 h 1708044"/>
              <a:gd name="connsiteX3" fmla="*/ 11375167 w 11375167"/>
              <a:gd name="connsiteY3" fmla="*/ 90937 h 1708044"/>
              <a:gd name="connsiteX4" fmla="*/ 5676032 w 11375167"/>
              <a:gd name="connsiteY4" fmla="*/ 1708044 h 1708044"/>
              <a:gd name="connsiteX5" fmla="*/ 0 w 11375167"/>
              <a:gd name="connsiteY5" fmla="*/ 53184 h 1708044"/>
              <a:gd name="connsiteX6" fmla="*/ 293307 w 11375167"/>
              <a:gd name="connsiteY6" fmla="*/ 0 h 1708044"/>
              <a:gd name="connsiteX0" fmla="*/ 317800 w 11375167"/>
              <a:gd name="connsiteY0" fmla="*/ 606 h 1684157"/>
              <a:gd name="connsiteX1" fmla="*/ 5666304 w 11375167"/>
              <a:gd name="connsiteY1" fmla="*/ 1594988 h 1684157"/>
              <a:gd name="connsiteX2" fmla="*/ 11020861 w 11375167"/>
              <a:gd name="connsiteY2" fmla="*/ 0 h 1684157"/>
              <a:gd name="connsiteX3" fmla="*/ 11375167 w 11375167"/>
              <a:gd name="connsiteY3" fmla="*/ 67050 h 1684157"/>
              <a:gd name="connsiteX4" fmla="*/ 5676032 w 11375167"/>
              <a:gd name="connsiteY4" fmla="*/ 1684157 h 1684157"/>
              <a:gd name="connsiteX5" fmla="*/ 0 w 11375167"/>
              <a:gd name="connsiteY5" fmla="*/ 29297 h 1684157"/>
              <a:gd name="connsiteX6" fmla="*/ 317800 w 11375167"/>
              <a:gd name="connsiteY6" fmla="*/ 606 h 1684157"/>
              <a:gd name="connsiteX0" fmla="*/ 285142 w 11342509"/>
              <a:gd name="connsiteY0" fmla="*/ 606 h 1684157"/>
              <a:gd name="connsiteX1" fmla="*/ 5633646 w 11342509"/>
              <a:gd name="connsiteY1" fmla="*/ 1594988 h 1684157"/>
              <a:gd name="connsiteX2" fmla="*/ 10988203 w 11342509"/>
              <a:gd name="connsiteY2" fmla="*/ 0 h 1684157"/>
              <a:gd name="connsiteX3" fmla="*/ 11342509 w 11342509"/>
              <a:gd name="connsiteY3" fmla="*/ 67050 h 1684157"/>
              <a:gd name="connsiteX4" fmla="*/ 5643374 w 11342509"/>
              <a:gd name="connsiteY4" fmla="*/ 1684157 h 1684157"/>
              <a:gd name="connsiteX5" fmla="*/ 0 w 11342509"/>
              <a:gd name="connsiteY5" fmla="*/ 29297 h 1684157"/>
              <a:gd name="connsiteX6" fmla="*/ 285142 w 11342509"/>
              <a:gd name="connsiteY6" fmla="*/ 606 h 1684157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0988203 w 11342509"/>
              <a:gd name="connsiteY2" fmla="*/ 755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47837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4380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557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394"/>
          <a:stretch/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130999B-188C-4604-947C-E10578CBE607}"/>
              </a:ext>
            </a:extLst>
          </p:cNvPr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>
            <a:extLst>
              <a:ext uri="{FF2B5EF4-FFF2-40B4-BE49-F238E27FC236}">
                <a16:creationId xmlns:a16="http://schemas.microsoft.com/office/drawing/2014/main" id="{5FEF66FF-5AB8-4AE1-BE6F-4F61084AF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9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93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69634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>
            <a:extLst>
              <a:ext uri="{FF2B5EF4-FFF2-40B4-BE49-F238E27FC236}">
                <a16:creationId xmlns:a16="http://schemas.microsoft.com/office/drawing/2014/main" id="{7A935A22-FEEB-4B78-9916-163644E822AB}"/>
              </a:ext>
            </a:extLst>
          </p:cNvPr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5949823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558" b="38705"/>
          <a:stretch/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65619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809FD0-A9F1-4139-8386-4A9BEBA1CE80}"/>
              </a:ext>
            </a:extLst>
          </p:cNvPr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D352C72-A8BD-49E0-9C6C-2C7B147AF3AE}"/>
              </a:ext>
            </a:extLst>
          </p:cNvPr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471"/>
          <a:stretch/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912"/>
          <a:stretch/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47438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F468BC7-46A2-4AAB-B3F7-1544FCFE8ABB}"/>
              </a:ext>
            </a:extLst>
          </p:cNvPr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9A0861-AF32-4D83-B541-5799200EE73D}"/>
              </a:ext>
            </a:extLst>
          </p:cNvPr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EC53DF-AF11-4D83-9B0B-ED5DB673B7B9}"/>
              </a:ext>
            </a:extLst>
          </p:cNvPr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>
            <a:extLst>
              <a:ext uri="{FF2B5EF4-FFF2-40B4-BE49-F238E27FC236}">
                <a16:creationId xmlns:a16="http://schemas.microsoft.com/office/drawing/2014/main" id="{AC1D2521-933E-409D-9088-BF7A7FA6A8E9}"/>
              </a:ext>
            </a:extLst>
          </p:cNvPr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>
            <a:extLst>
              <a:ext uri="{FF2B5EF4-FFF2-40B4-BE49-F238E27FC236}">
                <a16:creationId xmlns:a16="http://schemas.microsoft.com/office/drawing/2014/main" id="{180A68EB-E97F-4BBF-9D90-3F845C9BE11A}"/>
              </a:ext>
            </a:extLst>
          </p:cNvPr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64852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215"/>
          <a:stretch/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>
            <a:extLst>
              <a:ext uri="{FF2B5EF4-FFF2-40B4-BE49-F238E27FC236}">
                <a16:creationId xmlns:a16="http://schemas.microsoft.com/office/drawing/2014/main" id="{AC1D2521-933E-409D-9088-BF7A7FA6A8E9}"/>
              </a:ext>
            </a:extLst>
          </p:cNvPr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180A68EB-E97F-4BBF-9D90-3F845C9BE11A}"/>
              </a:ext>
            </a:extLst>
          </p:cNvPr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83295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0AD6C65D-0FE3-4E82-89A8-93A09AFFD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16" t="7030" r="31559" b="11337"/>
          <a:stretch/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79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571" b="46397"/>
          <a:stretch/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2515"/>
          <a:stretch/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2515"/>
          <a:stretch/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62">
            <a:extLst>
              <a:ext uri="{FF2B5EF4-FFF2-40B4-BE49-F238E27FC236}">
                <a16:creationId xmlns:a16="http://schemas.microsoft.com/office/drawing/2014/main" id="{73EA18D4-72CA-45CF-AE53-812904BBD9F8}"/>
              </a:ext>
            </a:extLst>
          </p:cNvPr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>
            <a:extLst>
              <a:ext uri="{FF2B5EF4-FFF2-40B4-BE49-F238E27FC236}">
                <a16:creationId xmlns:a16="http://schemas.microsoft.com/office/drawing/2014/main" id="{892230CE-A9FF-48DB-861E-D9073D5E9011}"/>
              </a:ext>
            </a:extLst>
          </p:cNvPr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>
            <a:extLst>
              <a:ext uri="{FF2B5EF4-FFF2-40B4-BE49-F238E27FC236}">
                <a16:creationId xmlns:a16="http://schemas.microsoft.com/office/drawing/2014/main" id="{15AB3CB8-C895-4E8E-9CCA-7C80BF894F94}"/>
              </a:ext>
            </a:extLst>
          </p:cNvPr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1309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8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96"/>
          <a:stretch/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42253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96"/>
          <a:stretch/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242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3078" r="-1" b="115"/>
          <a:stretch/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53544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4A170D-2187-4825-AF2D-C8F1D0BDF5F4}"/>
              </a:ext>
            </a:extLst>
          </p:cNvPr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93517"/>
      </p:ext>
    </p:extLst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>
            <a:grpSpLocks/>
          </p:cNvGrpSpPr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976010"/>
      </p:ext>
    </p:extLst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27051"/>
      </p:ext>
    </p:extLst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264854"/>
      </p:ext>
    </p:extLst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914400" y="249067"/>
            <a:ext cx="830729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85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-9525" y="0"/>
            <a:ext cx="693015" cy="821731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57">
            <a:extLst>
              <a:ext uri="{FF2B5EF4-FFF2-40B4-BE49-F238E27FC236}">
                <a16:creationId xmlns:a16="http://schemas.microsoft.com/office/drawing/2014/main" id="{0B39D90D-B980-4ADB-95FB-F043B008E76D}"/>
              </a:ext>
            </a:extLst>
          </p:cNvPr>
          <p:cNvSpPr/>
          <p:nvPr userDrawn="1"/>
        </p:nvSpPr>
        <p:spPr>
          <a:xfrm>
            <a:off x="468312" y="360183"/>
            <a:ext cx="200325" cy="442498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chemeClr val="accent4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834803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92574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94209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31909"/>
      </p:ext>
    </p:extLst>
  </p:cSld>
  <p:clrMapOvr>
    <a:masterClrMapping/>
  </p:clrMapOvr>
  <p:transition spd="med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819673"/>
      </p:ext>
    </p:extLst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838039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3242278"/>
      </p:ext>
    </p:extLst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632"/>
      </p:ext>
    </p:extLst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612907"/>
      </p:ext>
    </p:extLst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46146"/>
      </p:ext>
    </p:extLst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309744"/>
      </p:ext>
    </p:extLst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16167"/>
      </p:ext>
    </p:extLst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88472"/>
      </p:ext>
    </p:extLst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00581"/>
      </p:ext>
    </p:extLst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14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74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huggingface.co/datasets/KodCode/KodCode-V1" TargetMode="Externa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KodCode/KodCode-V1" TargetMode="External"/><Relationship Id="rId2" Type="http://schemas.openxmlformats.org/officeDocument/2006/relationships/hyperlink" Target="https://huggingface.co/datasets/openai/openai_humaneval" TargetMode="Externa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48.png"/><Relationship Id="rId4" Type="http://schemas.openxmlformats.org/officeDocument/2006/relationships/hyperlink" Target="https://huggingface.co/datasets/Muennighoff/mbp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5.xml"/><Relationship Id="rId6" Type="http://schemas.openxmlformats.org/officeDocument/2006/relationships/hyperlink" Target="https://arxiv.org/pdf/2601.03525" TargetMode="Externa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666749" y="3085223"/>
            <a:ext cx="10858501" cy="94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spc="300" dirty="0">
                <a:solidFill>
                  <a:prstClr val="white"/>
                </a:solidFill>
                <a:latin typeface="微软雅黑"/>
                <a:ea typeface="微软雅黑"/>
              </a:rPr>
              <a:t>强化学习后训练</a:t>
            </a:r>
            <a:endParaRPr kumimoji="0" lang="zh-CN" altLang="en-US" sz="6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81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14400" y="171884"/>
            <a:ext cx="8307298" cy="590931"/>
          </a:xfrm>
        </p:spPr>
        <p:txBody>
          <a:bodyPr/>
          <a:lstStyle/>
          <a:p>
            <a:r>
              <a:rPr lang="zh-CN" altLang="en-US" sz="3600" dirty="0"/>
              <a:t>环境配置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9220699B-30D4-4073-91F7-02313840C09E}"/>
              </a:ext>
            </a:extLst>
          </p:cNvPr>
          <p:cNvSpPr txBox="1">
            <a:spLocks/>
          </p:cNvSpPr>
          <p:nvPr/>
        </p:nvSpPr>
        <p:spPr>
          <a:xfrm>
            <a:off x="265778" y="857217"/>
            <a:ext cx="11277599" cy="5828899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硬件：</a:t>
            </a:r>
            <a:endParaRPr lang="en-US" altLang="zh-CN" sz="2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8*Ascend-910B3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8*22</a:t>
            </a: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核</a:t>
            </a: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CPU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8*194 GB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内存</a:t>
            </a:r>
            <a:endParaRPr lang="en-US" altLang="zh-CN" sz="2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zh-CN" altLang="zh-C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quay.io/openeuler/vllm-ascend:0.9.1rc1-torch_npu2.5.1-cann8.1.rc1-python3.10-oe2203lts</a:t>
            </a:r>
            <a:endParaRPr lang="en-US" altLang="zh-CN" sz="2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软件：</a:t>
            </a:r>
            <a:endParaRPr lang="en-US" altLang="zh-CN" sz="2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CANN</a:t>
            </a: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算子库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HCCL</a:t>
            </a: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通信库</a:t>
            </a:r>
            <a:endParaRPr lang="en-US" altLang="zh-CN" sz="2400" b="1" dirty="0"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Pytorch2.5.1 </a:t>
            </a:r>
            <a:r>
              <a:rPr lang="en-US" altLang="zh-CN" sz="2000" b="1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torch_npu</a:t>
            </a:r>
            <a:r>
              <a:rPr lang="en-US" altLang="zh-CN" sz="20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2.5.1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强化学习框架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veRL</a:t>
            </a: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0.6.1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强化学习推理引擎 </a:t>
            </a:r>
            <a:r>
              <a:rPr lang="en-US" altLang="zh-CN" sz="2400" b="1" dirty="0" err="1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vLLM</a:t>
            </a: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-Ascend 0.9.1rc1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code-server-linux-arm64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基础模型：</a:t>
            </a:r>
            <a:r>
              <a:rPr lang="en-US" altLang="zh-CN" sz="2400" b="1" dirty="0"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Qwen2.5-7B-Instruct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99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AE671-A6F6-3FDD-ECF4-1C55AD72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Tuning-Reinforcement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5C4B92-F53D-625D-3BB7-4DDBB85D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811" y="889245"/>
            <a:ext cx="6018106" cy="5719688"/>
          </a:xfrm>
          <a:prstGeom prst="rect">
            <a:avLst/>
          </a:prstGeom>
        </p:spPr>
      </p:pic>
      <p:sp>
        <p:nvSpPr>
          <p:cNvPr id="6" name="内容占位符 1">
            <a:extLst>
              <a:ext uri="{FF2B5EF4-FFF2-40B4-BE49-F238E27FC236}">
                <a16:creationId xmlns:a16="http://schemas.microsoft.com/office/drawing/2014/main" id="{8AC7C9D0-15EA-B280-DAFC-F19C3F776881}"/>
              </a:ext>
            </a:extLst>
          </p:cNvPr>
          <p:cNvSpPr txBox="1">
            <a:spLocks/>
          </p:cNvSpPr>
          <p:nvPr/>
        </p:nvSpPr>
        <p:spPr>
          <a:xfrm>
            <a:off x="152083" y="860810"/>
            <a:ext cx="11277599" cy="3298814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Prompt-engineering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4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400" b="1" dirty="0">
                <a:latin typeface="微软雅黑"/>
                <a:ea typeface="微软雅黑"/>
              </a:rPr>
              <a:t>Fine-tuning: SFT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b="1" dirty="0">
              <a:latin typeface="微软雅黑"/>
              <a:ea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06B575-70F6-81D0-02FC-54B7AF82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7" y="1265171"/>
            <a:ext cx="5028204" cy="23991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B3C93B-ACC6-CD99-A165-BE2518CD5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539"/>
          <a:stretch>
            <a:fillRect/>
          </a:stretch>
        </p:blipFill>
        <p:spPr>
          <a:xfrm>
            <a:off x="510671" y="4068678"/>
            <a:ext cx="4286380" cy="278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0739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D515A-26F6-EED3-EE00-37B1A0DE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RLHF</a:t>
            </a:r>
            <a:r>
              <a:rPr lang="zh-CN" altLang="en-US" dirty="0"/>
              <a:t>、</a:t>
            </a:r>
            <a:r>
              <a:rPr lang="en-US" altLang="zh-CN" dirty="0"/>
              <a:t>RLVR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8A8DE3-890F-FC45-4C7B-C62EC81D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56" b="34021"/>
          <a:stretch>
            <a:fillRect/>
          </a:stretch>
        </p:blipFill>
        <p:spPr>
          <a:xfrm>
            <a:off x="0" y="1010652"/>
            <a:ext cx="6011883" cy="18528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5551B43-9DC7-E0B0-46BD-72169FB61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0208"/>
            <a:ext cx="8327309" cy="3307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0C7622-59E2-0C6C-C49E-78076FC7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56" t="17270" r="14178" b="22787"/>
          <a:stretch>
            <a:fillRect/>
          </a:stretch>
        </p:blipFill>
        <p:spPr>
          <a:xfrm>
            <a:off x="4836694" y="166284"/>
            <a:ext cx="7010400" cy="6456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E51C8A-4207-46B0-0AEB-F8A5C32B5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548" y="958330"/>
            <a:ext cx="4884820" cy="10062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9BD9DC-382A-C0C5-2EA3-3891A726EE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07"/>
          <a:stretch>
            <a:fillRect/>
          </a:stretch>
        </p:blipFill>
        <p:spPr>
          <a:xfrm>
            <a:off x="5534526" y="1937083"/>
            <a:ext cx="6561222" cy="10243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FE31EE8-780D-E19C-9C1A-3C63D21C29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3781"/>
          <a:stretch>
            <a:fillRect/>
          </a:stretch>
        </p:blipFill>
        <p:spPr>
          <a:xfrm>
            <a:off x="6249745" y="2890965"/>
            <a:ext cx="5943905" cy="11955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DE225DA-B251-3DB7-F9F4-FDC4AE671B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849" y="6496031"/>
            <a:ext cx="5816899" cy="36196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3919DB9-43DA-F64C-402E-BB99AA2773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4548" y="6127712"/>
            <a:ext cx="5816899" cy="368319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7B9F16-7581-303C-FE4E-F6381D5B0197}"/>
              </a:ext>
            </a:extLst>
          </p:cNvPr>
          <p:cNvCxnSpPr>
            <a:cxnSpLocks/>
          </p:cNvCxnSpPr>
          <p:nvPr/>
        </p:nvCxnSpPr>
        <p:spPr>
          <a:xfrm flipV="1">
            <a:off x="6489032" y="2553358"/>
            <a:ext cx="0" cy="40802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94100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2E3AE-08F7-E4CD-583B-8B7D8C28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训练数据集 </a:t>
            </a:r>
            <a:r>
              <a:rPr lang="en-US" altLang="zh-CN" dirty="0" err="1"/>
              <a:t>KodCode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5E14B2-5C83-EA4E-D6B5-68485F105747}"/>
              </a:ext>
            </a:extLst>
          </p:cNvPr>
          <p:cNvSpPr txBox="1"/>
          <p:nvPr/>
        </p:nvSpPr>
        <p:spPr>
          <a:xfrm>
            <a:off x="4684294" y="304466"/>
            <a:ext cx="6464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https://huggingface.co/datasets/KodCode/KodCode-V1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D23264-B334-B18A-6007-123E9FF098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9817"/>
            <a:ext cx="12192000" cy="36066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CFE370-5453-2F69-7214-030B6A7BA8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7097"/>
            <a:ext cx="12192000" cy="16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3290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316B6-F15C-4EFD-D6EE-42FC7B90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4C44C1-5865-CE3C-08B7-4324BC2FE18B}"/>
              </a:ext>
            </a:extLst>
          </p:cNvPr>
          <p:cNvSpPr txBox="1"/>
          <p:nvPr/>
        </p:nvSpPr>
        <p:spPr>
          <a:xfrm>
            <a:off x="3511216" y="378752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openai/openai_humaneval · Datasets at Hugging Face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F71D2C-6578-70C9-1427-7E3C02754B35}"/>
              </a:ext>
            </a:extLst>
          </p:cNvPr>
          <p:cNvSpPr txBox="1"/>
          <p:nvPr/>
        </p:nvSpPr>
        <p:spPr>
          <a:xfrm>
            <a:off x="90238" y="877769"/>
            <a:ext cx="632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https://huggingface.co/datasets/KodCode/KodCode-V1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7AF6B9-940B-D155-289A-E32299D31117}"/>
              </a:ext>
            </a:extLst>
          </p:cNvPr>
          <p:cNvSpPr txBox="1"/>
          <p:nvPr/>
        </p:nvSpPr>
        <p:spPr>
          <a:xfrm>
            <a:off x="7708231" y="849439"/>
            <a:ext cx="632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Muennighoff/mbpp · Datasets at Hugging Face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EDEE12E-D44C-2106-697F-262B4F1108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84" y="1320126"/>
            <a:ext cx="11061031" cy="54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6378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F64AD-75D0-0B7E-CEEE-33494AA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稀疏奖励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1DF85CD-83C1-E0BF-5782-909B254213AE}"/>
                  </a:ext>
                </a:extLst>
              </p:cNvPr>
              <p:cNvSpPr txBox="1"/>
              <p:nvPr/>
            </p:nvSpPr>
            <p:spPr>
              <a:xfrm>
                <a:off x="-331260" y="3207113"/>
                <a:ext cx="6100948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score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+1.0,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pass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all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0.0,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1DF85CD-83C1-E0BF-5782-909B2542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260" y="3207113"/>
                <a:ext cx="6100948" cy="710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BC358799-BFBF-948A-FB9B-B71A96D2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7"/>
          <a:stretch>
            <a:fillRect/>
          </a:stretch>
        </p:blipFill>
        <p:spPr>
          <a:xfrm>
            <a:off x="2719214" y="1010918"/>
            <a:ext cx="6561222" cy="1024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F3953DC-A21D-6F69-7F37-08D86BE1D8AB}"/>
                  </a:ext>
                </a:extLst>
              </p:cNvPr>
              <p:cNvSpPr txBox="1"/>
              <p:nvPr/>
            </p:nvSpPr>
            <p:spPr>
              <a:xfrm>
                <a:off x="866899" y="4317712"/>
                <a:ext cx="6100948" cy="1486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>
                  <a:buFont typeface="+mj-lt"/>
                  <a:buAutoNum type="arabicPeriod"/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冷启动死锁</a:t>
                </a:r>
                <a:endParaRPr lang="zh-CN" altLang="zh-CN" sz="1800" b="0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marR="0" lvl="1" algn="l"/>
                <a:r>
                  <a:rPr lang="zh-CN" altLang="zh-C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优势函数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1800" b="0" i="0" dirty="0">
                    <a:solidFill>
                      <a:schemeClr val="tx1"/>
                    </a:solidFill>
                    <a:effectLst/>
                    <a:latin typeface="+mn-lt"/>
                  </a:rPr>
                  <a:t>，策略梯度消失</a:t>
                </a:r>
              </a:p>
              <a:p>
                <a:pPr marL="342900" marR="0" lvl="0" indent="-342900" algn="l">
                  <a:buFont typeface="+mj-lt"/>
                  <a:buAutoNum type="arabicPeriod"/>
                </a:pPr>
                <a:r>
                  <a:rPr lang="zh-CN" altLang="en-US" sz="1800" b="1" i="0" dirty="0">
                    <a:solidFill>
                      <a:schemeClr val="tx1"/>
                    </a:solidFill>
                    <a:effectLst/>
                    <a:latin typeface="+mn-lt"/>
                  </a:rPr>
                  <a:t>稀疏奖励</a:t>
                </a:r>
                <a:endParaRPr lang="en-US" altLang="zh-CN" sz="1800" b="1" i="0" dirty="0">
                  <a:solidFill>
                    <a:schemeClr val="tx1"/>
                  </a:solidFill>
                  <a:effectLst/>
                  <a:latin typeface="+mn-lt"/>
                </a:endParaRPr>
              </a:p>
              <a:p>
                <a:pPr lvl="1"/>
                <a:r>
                  <a:rPr lang="zh-CN" altLang="en-US" dirty="0"/>
                  <a:t>无法区分不同通过情况</a:t>
                </a:r>
              </a:p>
              <a:p>
                <a:pPr lvl="1"/>
                <a:r>
                  <a:rPr lang="zh-CN" altLang="en-US" dirty="0"/>
                  <a:t>无法区分具体报错情况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F3953DC-A21D-6F69-7F37-08D86BE1D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9" y="4317712"/>
                <a:ext cx="6100948" cy="1486754"/>
              </a:xfrm>
              <a:prstGeom prst="rect">
                <a:avLst/>
              </a:prstGeom>
              <a:blipFill>
                <a:blip r:embed="rId4"/>
                <a:stretch>
                  <a:fillRect l="-999" t="-3689" b="-5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2034EBC-ECA3-C59A-C5E7-BB27AAF29C29}"/>
                  </a:ext>
                </a:extLst>
              </p:cNvPr>
              <p:cNvSpPr txBox="1"/>
              <p:nvPr/>
            </p:nvSpPr>
            <p:spPr>
              <a:xfrm>
                <a:off x="5555412" y="3073903"/>
                <a:ext cx="6100948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+1.5,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if pass all and len</m:t>
                                </m:r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≤250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+1.0,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if pass all and len</m:t>
                                </m:r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&gt;250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−1.0,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2034EBC-ECA3-C59A-C5E7-BB27AAF2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412" y="3073903"/>
                <a:ext cx="6100948" cy="976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7D7774F-574F-2EE8-20DD-BC194ECAF58F}"/>
                  </a:ext>
                </a:extLst>
              </p:cNvPr>
              <p:cNvSpPr txBox="1"/>
              <p:nvPr/>
            </p:nvSpPr>
            <p:spPr>
              <a:xfrm>
                <a:off x="1337354" y="2035219"/>
                <a:ext cx="8436116" cy="718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CLIP</m:t>
                          </m:r>
                        </m:sup>
                      </m:sSup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0" dirty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zh-CN" i="0" dirty="0">
                                              <a:latin typeface="Cambria Math" panose="02040503050406030204" pitchFamily="18" charset="0"/>
                                            </a:rPr>
                                            <m:t>old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0" dirty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, 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clip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i="0" dirty="0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altLang="zh-CN" i="0" dirty="0">
                                                  <a:latin typeface="Cambria Math" panose="02040503050406030204" pitchFamily="18" charset="0"/>
                                                </a:rPr>
                                                <m:t>old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i="0" dirty="0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den>
                                      </m:f>
                                      <m:r>
                                        <a:rPr lang="en-US" altLang="zh-CN" i="0" dirty="0">
                                          <a:latin typeface="Cambria Math" panose="02040503050406030204" pitchFamily="18" charset="0"/>
                                        </a:rPr>
                                        <m:t>,1−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  <m:r>
                                        <a:rPr lang="en-US" altLang="zh-CN" i="0" dirty="0">
                                          <a:latin typeface="Cambria Math" panose="02040503050406030204" pitchFamily="18" charset="0"/>
                                        </a:rPr>
                                        <m:t>,1+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7D7774F-574F-2EE8-20DD-BC194ECAF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354" y="2035219"/>
                <a:ext cx="8436116" cy="7181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FFA93246-097A-9219-F3D1-7A9AD814C96C}"/>
              </a:ext>
            </a:extLst>
          </p:cNvPr>
          <p:cNvSpPr txBox="1"/>
          <p:nvPr/>
        </p:nvSpPr>
        <p:spPr>
          <a:xfrm>
            <a:off x="6452259" y="4394807"/>
            <a:ext cx="6100948" cy="120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+mj-lt"/>
              <a:buAutoNum type="arabicPeriod"/>
            </a:pPr>
            <a:r>
              <a:rPr lang="zh-CN" altLang="en-US" sz="1800" b="1" i="0" dirty="0">
                <a:solidFill>
                  <a:schemeClr val="tx1"/>
                </a:solidFill>
                <a:effectLst/>
                <a:latin typeface="+mn-lt"/>
              </a:rPr>
              <a:t>负优势和阶梯优势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R="0" lvl="1" algn="l"/>
            <a:r>
              <a:rPr lang="zh-CN" altLang="en-US" sz="1800" b="0" i="0" dirty="0">
                <a:solidFill>
                  <a:schemeClr val="tx1"/>
                </a:solidFill>
                <a:effectLst/>
                <a:latin typeface="+mn-lt"/>
              </a:rPr>
              <a:t>正梯度、负梯度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+mj-lt"/>
              <a:buAutoNum type="arabicPeriod"/>
            </a:pPr>
            <a:r>
              <a:rPr lang="zh-CN" altLang="en-US" sz="1800" b="1" i="0" dirty="0">
                <a:solidFill>
                  <a:schemeClr val="tx1"/>
                </a:solidFill>
                <a:effectLst/>
                <a:latin typeface="+mn-lt"/>
              </a:rPr>
              <a:t>多种情况讨论</a:t>
            </a:r>
            <a:endParaRPr lang="en-US" altLang="zh-CN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lvl="1"/>
            <a:r>
              <a:rPr lang="zh-CN" altLang="en-US" dirty="0"/>
              <a:t>考虑代码长度、运行超时、语法错误等情况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09536605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132E9-FEB8-613F-BD54-7E81BF0C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稠密奖励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3AB4959-3A32-0AE8-0547-3B6D174F7664}"/>
                  </a:ext>
                </a:extLst>
              </p:cNvPr>
              <p:cNvSpPr txBox="1"/>
              <p:nvPr/>
            </p:nvSpPr>
            <p:spPr>
              <a:xfrm>
                <a:off x="-201633" y="897162"/>
                <a:ext cx="7358248" cy="1366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+1.00,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if passed</m:t>
                                </m:r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total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0.10+0.60×</m:t>
                                </m:r>
                                <m:sSup>
                                  <m:s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passed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CN" i="0" dirty="0">
                                                <a:latin typeface="Cambria Math" panose="02040503050406030204" pitchFamily="18" charset="0"/>
                                              </a:rPr>
                                              <m:t>total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i="0" dirty="0">
                                        <a:latin typeface="Cambria Math" panose="02040503050406030204" pitchFamily="18" charset="0"/>
                                      </a:rPr>
                                      <m:t>1.6</m:t>
                                    </m:r>
                                  </m:sup>
                                </m:sSup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if </m:t>
                                </m:r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0&lt;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passed</m:t>
                                </m:r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total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−1.00,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3AB4959-3A32-0AE8-0547-3B6D174F7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633" y="897162"/>
                <a:ext cx="7358248" cy="13669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19EC55-18AC-830E-05BE-4F58185C8025}"/>
                  </a:ext>
                </a:extLst>
              </p:cNvPr>
              <p:cNvSpPr txBox="1"/>
              <p:nvPr/>
            </p:nvSpPr>
            <p:spPr>
              <a:xfrm>
                <a:off x="7487389" y="843415"/>
                <a:ext cx="3234789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 dirty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r>
                        <a:rPr lang="zh-CN" altLang="en-US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0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i="0" dirty="0">
                              <a:latin typeface="Cambria Math" panose="02040503050406030204" pitchFamily="18" charset="0"/>
                            </a:rPr>
                            <m:t>passed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i="0" dirty="0">
                              <a:latin typeface="Cambria Math" panose="02040503050406030204" pitchFamily="18" charset="0"/>
                            </a:rPr>
                            <m:t>total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19EC55-18AC-830E-05BE-4F58185C8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389" y="843415"/>
                <a:ext cx="3234789" cy="618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40D5751F-43F9-7683-E91A-09A7D38A1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126" y="2432103"/>
            <a:ext cx="4756875" cy="38986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BC69D5-05E7-8EE2-F719-EE3B5592D452}"/>
              </a:ext>
            </a:extLst>
          </p:cNvPr>
          <p:cNvSpPr txBox="1"/>
          <p:nvPr/>
        </p:nvSpPr>
        <p:spPr>
          <a:xfrm>
            <a:off x="7671704" y="1701790"/>
            <a:ext cx="6100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CN" altLang="zh-CN" sz="1800" i="0" dirty="0">
                <a:solidFill>
                  <a:schemeClr val="tx1"/>
                </a:solidFill>
                <a:effectLst/>
                <a:latin typeface="+mn-lt"/>
              </a:rPr>
              <a:t>1. 题目中简单基础用例占绝大多数</a:t>
            </a:r>
          </a:p>
          <a:p>
            <a:pPr marL="0" marR="0" indent="0" algn="l">
              <a:buNone/>
            </a:pPr>
            <a:r>
              <a:rPr lang="zh-CN" altLang="zh-CN" sz="1800" i="0" dirty="0">
                <a:solidFill>
                  <a:schemeClr val="tx1"/>
                </a:solidFill>
                <a:effectLst/>
                <a:latin typeface="+mn-lt"/>
              </a:rPr>
              <a:t>2. </a:t>
            </a:r>
            <a:r>
              <a:rPr lang="zh-CN" altLang="en-US" sz="1800" i="0" dirty="0">
                <a:solidFill>
                  <a:schemeClr val="tx1"/>
                </a:solidFill>
                <a:effectLst/>
                <a:latin typeface="+mn-lt"/>
              </a:rPr>
              <a:t>完全作对的</a:t>
            </a:r>
            <a:r>
              <a:rPr lang="zh-CN" altLang="zh-CN" sz="1800" i="0" dirty="0">
                <a:solidFill>
                  <a:schemeClr val="tx1"/>
                </a:solidFill>
                <a:effectLst/>
                <a:latin typeface="+mn-lt"/>
              </a:rPr>
              <a:t>边际回报低</a:t>
            </a:r>
            <a:endParaRPr lang="zh-CN" altLang="zh-CN" sz="1050" i="0" dirty="0">
              <a:solidFill>
                <a:srgbClr val="CCCCCC"/>
              </a:solidFill>
              <a:effectLst/>
              <a:latin typeface="system-u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5D28A31E-5FEC-AC35-F733-2768D9FA1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733036"/>
                  </p:ext>
                </p:extLst>
              </p:nvPr>
            </p:nvGraphicFramePr>
            <p:xfrm>
              <a:off x="493999" y="2422944"/>
              <a:ext cx="6519550" cy="4123632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303910">
                      <a:extLst>
                        <a:ext uri="{9D8B030D-6E8A-4147-A177-3AD203B41FA5}">
                          <a16:colId xmlns:a16="http://schemas.microsoft.com/office/drawing/2014/main" val="1883165985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523365201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393469718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1623983951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4074025242"/>
                        </a:ext>
                      </a:extLst>
                    </a:gridCol>
                  </a:tblGrid>
                  <a:tr h="5572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通过用例数 (共 10 题)</a:t>
                          </a:r>
                          <a:endParaRPr lang="zh-CN" sz="1600" b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原始线性通过率</a:t>
                          </a:r>
                          <a:endParaRPr lang="zh-CN" sz="1600" b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折算值</a:t>
                          </a:r>
                          <a:endParaRPr lang="zh-CN" sz="1600" b="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实际获得奖励 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zh-CN" sz="1600" b="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每步边际增益 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zh-CN" sz="1600" b="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1905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0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</m:oMath>
                            </m:oMathPara>
                          </a14:m>
                          <a:endParaRPr lang="zh-CN" sz="160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0.000</m:t>
                                </m:r>
                              </m:oMath>
                            </m:oMathPara>
                          </a14:m>
                          <a:endParaRPr lang="zh-CN" sz="160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zh-CN" altLang="en-US" sz="1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1.000</m:t>
                                </m:r>
                              </m:oMath>
                            </m:oMathPara>
                          </a14:m>
                          <a:endParaRPr lang="zh-CN" sz="160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-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52981495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1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0.10</m:t>
                                </m:r>
                              </m:oMath>
                            </m:oMathPara>
                          </a14:m>
                          <a:endParaRPr lang="zh-CN" sz="160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0.115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+1.115</m:t>
                              </m:r>
                            </m:oMath>
                          </a14:m>
                          <a:r>
                            <a:rPr lang="zh-CN" sz="1600" dirty="0">
                              <a:effectLst/>
                            </a:rPr>
                            <a:t> 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32857925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2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0.076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0.146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+0.031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59409278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3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0.30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0.146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0.187</m:t>
                                </m:r>
                              </m:oMath>
                            </m:oMathPara>
                          </a14:m>
                          <a:endParaRPr lang="zh-CN" sz="160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+0.041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87075826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4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0.40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0.232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0.239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+0.052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8322475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5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0.50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0.330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0.298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+0.059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91509712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6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0.60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0.439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0.363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+0.065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285206326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7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0.70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0.564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0.438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+0.075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45967036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8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0.699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0.519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+0.081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14812395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9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0.90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0.845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0.607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+0.088</m:t>
                              </m:r>
                            </m:oMath>
                          </a14:m>
                          <a:r>
                            <a:rPr lang="zh-CN" sz="1600" dirty="0">
                              <a:effectLst/>
                            </a:rPr>
                            <a:t> 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5321607"/>
                      </a:ext>
                    </a:extLst>
                  </a:tr>
                  <a:tr h="286177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10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1.00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1.000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</a:rPr>
                                  <m:t>+1.000</m:t>
                                </m:r>
                              </m:oMath>
                            </m:oMathPara>
                          </a14:m>
                          <a:endParaRPr lang="zh-CN" sz="160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+0.393</m:t>
                              </m:r>
                            </m:oMath>
                          </a14:m>
                          <a:r>
                            <a:rPr lang="zh-CN" sz="1600" dirty="0">
                              <a:effectLst/>
                            </a:rPr>
                            <a:t> 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81486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5D28A31E-5FEC-AC35-F733-2768D9FA1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733036"/>
                  </p:ext>
                </p:extLst>
              </p:nvPr>
            </p:nvGraphicFramePr>
            <p:xfrm>
              <a:off x="493999" y="2422944"/>
              <a:ext cx="6519550" cy="4123632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303910">
                      <a:extLst>
                        <a:ext uri="{9D8B030D-6E8A-4147-A177-3AD203B41FA5}">
                          <a16:colId xmlns:a16="http://schemas.microsoft.com/office/drawing/2014/main" val="1883165985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523365201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393469718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1623983951"/>
                        </a:ext>
                      </a:extLst>
                    </a:gridCol>
                    <a:gridCol w="1303910">
                      <a:extLst>
                        <a:ext uri="{9D8B030D-6E8A-4147-A177-3AD203B41FA5}">
                          <a16:colId xmlns:a16="http://schemas.microsoft.com/office/drawing/2014/main" val="4074025242"/>
                        </a:ext>
                      </a:extLst>
                    </a:gridCol>
                  </a:tblGrid>
                  <a:tr h="56715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通过用例数 (共 10 题)</a:t>
                          </a:r>
                          <a:endParaRPr lang="zh-CN" sz="1600" b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原始线性通过率</a:t>
                          </a:r>
                          <a:endParaRPr lang="zh-CN" sz="1600" b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折算值</a:t>
                          </a:r>
                          <a:endParaRPr lang="zh-CN" sz="1600" b="0" dirty="0">
                            <a:effectLst/>
                          </a:endParaRP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4301" r="-100935" b="-6430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4301" r="-935" b="-6430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1905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0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183019" r="-300935" b="-10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183019" r="-200935" b="-10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183019" r="-100935" b="-10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-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52981495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1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283019" r="-300935" b="-9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283019" r="-200935" b="-9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283019" r="-100935" b="-9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283019" r="-935" b="-928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857925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2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383019" r="-300935" b="-8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383019" r="-200935" b="-8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383019" r="-100935" b="-8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383019" r="-935" b="-828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409278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3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483019" r="-300935" b="-7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483019" r="-200935" b="-7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483019" r="-100935" b="-7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483019" r="-935" b="-728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075826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4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572222" r="-300935" b="-6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572222" r="-200935" b="-6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572222" r="-100935" b="-6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572222" r="-935" b="-6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322475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5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684906" r="-300935" b="-5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684906" r="-200935" b="-5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684906" r="-100935" b="-5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684906" r="-935" b="-5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509712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6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784906" r="-300935" b="-4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784906" r="-200935" b="-4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784906" r="-100935" b="-4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784906" r="-935" b="-4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5206326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7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884906" r="-300935" b="-3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884906" r="-200935" b="-3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884906" r="-100935" b="-3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884906" r="-935" b="-3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5967036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8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984906" r="-300935" b="-2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984906" r="-200935" b="-2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984906" r="-100935" b="-2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984906" r="-935" b="-2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812395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>
                              <a:effectLst/>
                            </a:rPr>
                            <a:t>9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1084906" r="-300935" b="-1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1084906" r="-200935" b="-1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1084906" r="-100935" b="-1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1084906" r="-935" b="-1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321607"/>
                      </a:ext>
                    </a:extLst>
                  </a:tr>
                  <a:tr h="32331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zh-CN" sz="1600" dirty="0">
                              <a:effectLst/>
                            </a:rPr>
                            <a:t>10 / 10</a:t>
                          </a:r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935" t="-1184906" r="-300935" b="-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935" t="-1184906" r="-200935" b="-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935" t="-1184906" r="-100935" b="-26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9476" marR="79476" marT="39738" marB="3973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00935" t="-1184906" r="-935" b="-26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1486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381B7F7D-21CB-1379-C10B-76591F275C3B}"/>
              </a:ext>
            </a:extLst>
          </p:cNvPr>
          <p:cNvSpPr txBox="1"/>
          <p:nvPr/>
        </p:nvSpPr>
        <p:spPr>
          <a:xfrm>
            <a:off x="6061872" y="92026"/>
            <a:ext cx="6319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Beyond Binary: Turning Partial Success into Dense Verifiable Rewards for Reinforcement Learning in Code Generation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07389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54EB0-BD4F-F43E-BD2C-F7BB8D9A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87E53E-EB16-4171-A070-A5A0C09AF0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97" y="990907"/>
            <a:ext cx="11212286" cy="513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1393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B2AE0-DA44-78B2-FD80-0B290251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Benchmark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9AD175-9313-13E6-394C-35F748135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138817"/>
              </p:ext>
            </p:extLst>
          </p:nvPr>
        </p:nvGraphicFramePr>
        <p:xfrm>
          <a:off x="1353787" y="849085"/>
          <a:ext cx="9366539" cy="23869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38077">
                  <a:extLst>
                    <a:ext uri="{9D8B030D-6E8A-4147-A177-3AD203B41FA5}">
                      <a16:colId xmlns:a16="http://schemas.microsoft.com/office/drawing/2014/main" val="1872866918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633295205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1582686573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1605598597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2755545487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1879639298"/>
                    </a:ext>
                  </a:extLst>
                </a:gridCol>
                <a:gridCol w="1338077">
                  <a:extLst>
                    <a:ext uri="{9D8B030D-6E8A-4147-A177-3AD203B41FA5}">
                      <a16:colId xmlns:a16="http://schemas.microsoft.com/office/drawing/2014/main" val="4026671328"/>
                    </a:ext>
                  </a:extLst>
                </a:gridCol>
              </a:tblGrid>
              <a:tr h="499592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zh-CN" sz="1050" dirty="0">
                          <a:effectLst/>
                        </a:rPr>
                        <a:t>模型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KodCode</a:t>
                      </a:r>
                      <a:br>
                        <a:rPr lang="zh-CN" sz="1050" dirty="0">
                          <a:effectLst/>
                        </a:rPr>
                      </a:br>
                      <a:r>
                        <a:rPr lang="zh-CN" sz="1050" dirty="0">
                          <a:effectLst/>
                        </a:rPr>
                        <a:t>(200 题)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HumanEval</a:t>
                      </a:r>
                      <a:br>
                        <a:rPr lang="zh-CN" sz="1050">
                          <a:effectLst/>
                        </a:rPr>
                      </a:br>
                      <a:r>
                        <a:rPr lang="zh-CN" sz="1050">
                          <a:effectLst/>
                        </a:rPr>
                        <a:t>(164 题)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MBPP Sanitized</a:t>
                      </a:r>
                      <a:br>
                        <a:rPr lang="zh-CN" sz="1050">
                          <a:effectLst/>
                        </a:rPr>
                      </a:br>
                      <a:r>
                        <a:rPr lang="zh-CN" sz="1050">
                          <a:effectLst/>
                        </a:rPr>
                        <a:t>(427 题)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总通过率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平均代码长度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致命运行时崩溃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325683"/>
                  </a:ext>
                </a:extLst>
              </a:tr>
              <a:tr h="499592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zh-CN" sz="1050" dirty="0">
                          <a:effectLst/>
                        </a:rPr>
                        <a:t>Qwen2.5-7B-Instruct (Base</a:t>
                      </a:r>
                      <a:r>
                        <a:rPr lang="en-US" altLang="zh-CN" sz="1050" dirty="0">
                          <a:effectLst/>
                        </a:rPr>
                        <a:t>)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74.50% (149)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79.27% (130)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69.56% (297)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576 / 791 (72.82%)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382.1 tok</a:t>
                      </a:r>
                      <a:r>
                        <a:rPr lang="en-US" altLang="zh-CN" sz="1050" dirty="0" err="1">
                          <a:effectLst/>
                        </a:rPr>
                        <a:t>ens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24 次 (12.0%)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234335"/>
                  </a:ext>
                </a:extLst>
              </a:tr>
              <a:tr h="69387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zh-CN" sz="1050" dirty="0">
                          <a:effectLst/>
                        </a:rPr>
                        <a:t>Qwen2.5-7B-Instruct-PPO-LenEfficiency 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81.00% (162) 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84.76% (139)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75.88% (324)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625 / 791 (79.01%)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162.4 tok</a:t>
                      </a:r>
                      <a:r>
                        <a:rPr lang="en-US" altLang="zh-CN" sz="1050" b="1" dirty="0" err="1">
                          <a:effectLst/>
                        </a:rPr>
                        <a:t>ens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3 次 (1.5%) 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825339"/>
                  </a:ext>
                </a:extLst>
              </a:tr>
              <a:tr h="69387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zh-CN" sz="1050" dirty="0">
                          <a:effectLst/>
                        </a:rPr>
                        <a:t>Qwen2.5-7B-Instruct-PPO-VeRPO 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80.00% (160) 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84.76% (139)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>
                          <a:effectLst/>
                        </a:rPr>
                        <a:t>74.94% (320)</a:t>
                      </a:r>
                      <a:endParaRPr lang="zh-CN" sz="1050" b="0" i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619 / 791 (78.26%)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dirty="0">
                          <a:effectLst/>
                        </a:rPr>
                        <a:t>212.3 tok</a:t>
                      </a:r>
                      <a:r>
                        <a:rPr lang="en-US" altLang="zh-CN" sz="1050" dirty="0" err="1">
                          <a:effectLst/>
                        </a:rPr>
                        <a:t>ens</a:t>
                      </a:r>
                      <a:endParaRPr lang="zh-CN" sz="1050" b="0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zh-CN" sz="1050" b="1" dirty="0">
                          <a:effectLst/>
                        </a:rPr>
                        <a:t>2 次 (1.0%)</a:t>
                      </a:r>
                      <a:endParaRPr lang="zh-CN" sz="1050" b="1" i="0" dirty="0">
                        <a:solidFill>
                          <a:srgbClr val="CCCCCC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716037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2CCC874C-7808-896A-31B0-5030F99E60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61" y="3429000"/>
            <a:ext cx="10012878" cy="33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1719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596D304-13D1-4BAB-85AD-218F251EC87E}"/>
              </a:ext>
            </a:extLst>
          </p:cNvPr>
          <p:cNvSpPr txBox="1"/>
          <p:nvPr/>
        </p:nvSpPr>
        <p:spPr>
          <a:xfrm>
            <a:off x="901699" y="3429000"/>
            <a:ext cx="10858501" cy="94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2931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1092</Words>
  <Application>Microsoft Office PowerPoint</Application>
  <PresentationFormat>宽屏</PresentationFormat>
  <Paragraphs>143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system-ui</vt:lpstr>
      <vt:lpstr>等线</vt:lpstr>
      <vt:lpstr>微软雅黑</vt:lpstr>
      <vt:lpstr>微软雅黑 Light</vt:lpstr>
      <vt:lpstr>Arial</vt:lpstr>
      <vt:lpstr>Calibri</vt:lpstr>
      <vt:lpstr>Cambria Math</vt:lpstr>
      <vt:lpstr>Century Gothic</vt:lpstr>
      <vt:lpstr>Times New Roman</vt:lpstr>
      <vt:lpstr>Office 主题</vt:lpstr>
      <vt:lpstr>Office 主题​​</vt:lpstr>
      <vt:lpstr>PowerPoint 演示文稿</vt:lpstr>
      <vt:lpstr>环境配置</vt:lpstr>
      <vt:lpstr>Tuning-Reinforcement</vt:lpstr>
      <vt:lpstr>RLHF、RLVR</vt:lpstr>
      <vt:lpstr>训练数据集 KodCode</vt:lpstr>
      <vt:lpstr>Benchmark</vt:lpstr>
      <vt:lpstr>稀疏奖励</vt:lpstr>
      <vt:lpstr>稠密奖励</vt:lpstr>
      <vt:lpstr>实验结果</vt:lpstr>
      <vt:lpstr>Benchmark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mao</dc:creator>
  <cp:lastModifiedBy>siyuan hu</cp:lastModifiedBy>
  <cp:revision>25</cp:revision>
  <dcterms:created xsi:type="dcterms:W3CDTF">2024-09-15T01:51:36Z</dcterms:created>
  <dcterms:modified xsi:type="dcterms:W3CDTF">2026-09-19T03:29:05Z</dcterms:modified>
</cp:coreProperties>
</file>